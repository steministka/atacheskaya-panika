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54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2928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Замените название и укажите себя как автора.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для нескольких участников. Лишние колонки можно удалить.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Основной рабочий слайд: заголовок и свободное поле под текст, схему или изображение.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Пустой слайд под изображение, схему или крупный график.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Контакты и благодарность.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31474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1644" y="446617"/>
            <a:ext cx="2574206" cy="70485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47750" y="3571801"/>
            <a:ext cx="914400" cy="38100"/>
          </a:xfrm>
          <a:prstGeom prst="rect">
            <a:avLst/>
          </a:prstGeom>
          <a:solidFill>
            <a:srgbClr val="006DFF"/>
          </a:solidFill>
          <a:ln/>
          <a:effectLst>
            <a:outerShdw blurRad="228600" dist="50800" dir="16200000" algn="bl" rotWithShape="0">
              <a:srgbClr val="006DFF">
                <a:alpha val="85000"/>
              </a:srgbClr>
            </a:outerShdw>
          </a:effectLst>
        </p:spPr>
      </p:sp>
      <p:sp>
        <p:nvSpPr>
          <p:cNvPr id="5" name="Text 1"/>
          <p:cNvSpPr/>
          <p:nvPr/>
        </p:nvSpPr>
        <p:spPr>
          <a:xfrm>
            <a:off x="1047750" y="4029001"/>
            <a:ext cx="13735050" cy="1976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974"/>
              </a:lnSpc>
              <a:buNone/>
            </a:pPr>
            <a:r>
              <a:rPr lang="en-US" sz="7200" b="1" kern="0" spc="7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НАЗВАНИЕ </a:t>
            </a:r>
            <a:r>
              <a:rPr lang="ru-RU" sz="7200" b="1" kern="0" spc="7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ПРОЕКА</a:t>
            </a:r>
            <a:endParaRPr lang="en-US" sz="7200" dirty="0"/>
          </a:p>
        </p:txBody>
      </p:sp>
      <p:sp>
        <p:nvSpPr>
          <p:cNvPr id="6" name="Text 2"/>
          <p:cNvSpPr/>
          <p:nvPr/>
        </p:nvSpPr>
        <p:spPr>
          <a:xfrm>
            <a:off x="1047750" y="5404454"/>
            <a:ext cx="14668500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ru-RU" sz="3000" kern="0" spc="60" dirty="0">
                <a:solidFill>
                  <a:srgbClr val="4993F3"/>
                </a:solidFill>
                <a:latin typeface="Montserrat" pitchFamily="34" charset="0"/>
              </a:rPr>
              <a:t>Трек</a:t>
            </a:r>
            <a:r>
              <a:rPr lang="en-US" sz="3000" kern="0" spc="60" dirty="0">
                <a:solidFill>
                  <a:srgbClr val="4993F3"/>
                </a:solidFill>
                <a:latin typeface="Montserrat" pitchFamily="34" charset="0"/>
              </a:rPr>
              <a:t>: 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1047750" y="9401175"/>
            <a:ext cx="24591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МОСКВА · 2026</a:t>
            </a:r>
            <a:endParaRPr lang="en-US" sz="1800" dirty="0"/>
          </a:p>
        </p:txBody>
      </p:sp>
      <p:pic>
        <p:nvPicPr>
          <p:cNvPr id="16" name="Рисунок 15" descr="Изображение выглядит как символ, силуэт, Графика, круг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7A6748A-BB59-FC2E-D609-E1B4EBF6A8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81308" y="8805272"/>
            <a:ext cx="959717" cy="959717"/>
          </a:xfrm>
          <a:prstGeom prst="rect">
            <a:avLst/>
          </a:prstGeom>
        </p:spPr>
      </p:pic>
      <p:pic>
        <p:nvPicPr>
          <p:cNvPr id="18" name="Рисунок 17" descr="Изображение выглядит как Шрифт, текст, Графика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1F57926-78FD-78B5-2B74-272C1A3A4B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38959" y="8911251"/>
            <a:ext cx="2841967" cy="7437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66750"/>
            <a:ext cx="271359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ru-RU" sz="3450" b="1" kern="0" spc="69" dirty="0">
                <a:solidFill>
                  <a:srgbClr val="000000"/>
                </a:solidFill>
                <a:latin typeface="Montserrat" pitchFamily="34" charset="0"/>
              </a:rPr>
              <a:t>Команда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1047750" y="1409700"/>
            <a:ext cx="762000" cy="28575"/>
          </a:xfrm>
          <a:prstGeom prst="rect">
            <a:avLst/>
          </a:prstGeom>
          <a:solidFill>
            <a:srgbClr val="006DFF"/>
          </a:solidFill>
          <a:ln/>
        </p:spPr>
      </p:sp>
      <p:sp>
        <p:nvSpPr>
          <p:cNvPr id="5" name="Shape 2"/>
          <p:cNvSpPr/>
          <p:nvPr/>
        </p:nvSpPr>
        <p:spPr>
          <a:xfrm>
            <a:off x="1939900" y="2495774"/>
            <a:ext cx="3105150" cy="3105150"/>
          </a:xfrm>
          <a:prstGeom prst="ellipse">
            <a:avLst/>
          </a:prstGeom>
          <a:solidFill>
            <a:srgbClr val="F4F8FE"/>
          </a:solidFill>
          <a:ln w="28575">
            <a:solidFill>
              <a:srgbClr val="6B94CB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1921898" y="2524349"/>
            <a:ext cx="3141155" cy="308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Место для фото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956396" y="5867624"/>
            <a:ext cx="1072158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ФИО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939900" y="6596287"/>
            <a:ext cx="3141155" cy="1412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455"/>
              </a:lnSpc>
              <a:buNone/>
            </a:pPr>
            <a:r>
              <a:rPr lang="ru-RU" sz="2025" b="1" dirty="0">
                <a:solidFill>
                  <a:srgbClr val="006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Роль</a:t>
            </a:r>
          </a:p>
          <a:p>
            <a:pPr marL="0" indent="0" algn="ctr">
              <a:lnSpc>
                <a:spcPct val="110455"/>
              </a:lnSpc>
              <a:buNone/>
            </a:pPr>
            <a:r>
              <a:rPr lang="ru-RU" sz="2025" dirty="0">
                <a:solidFill>
                  <a:srgbClr val="006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Краткая информация об участнике (направление, курс, университет</a:t>
            </a:r>
            <a:r>
              <a:rPr lang="en-US" sz="2025" dirty="0">
                <a:solidFill>
                  <a:srgbClr val="006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025" dirty="0">
                <a:solidFill>
                  <a:srgbClr val="006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или иное)</a:t>
            </a:r>
          </a:p>
        </p:txBody>
      </p:sp>
      <p:sp>
        <p:nvSpPr>
          <p:cNvPr id="9" name="Shape 6"/>
          <p:cNvSpPr/>
          <p:nvPr/>
        </p:nvSpPr>
        <p:spPr>
          <a:xfrm>
            <a:off x="7591351" y="2495774"/>
            <a:ext cx="3105150" cy="3105150"/>
          </a:xfrm>
          <a:prstGeom prst="ellipse">
            <a:avLst/>
          </a:prstGeom>
          <a:solidFill>
            <a:srgbClr val="F4F8FE"/>
          </a:solidFill>
          <a:ln w="28575">
            <a:solidFill>
              <a:srgbClr val="6B94CB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7573348" y="2524349"/>
            <a:ext cx="3141155" cy="308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Место для фото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07847" y="5867624"/>
            <a:ext cx="1072158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ФИО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13242875" y="2495774"/>
            <a:ext cx="3105150" cy="3105150"/>
          </a:xfrm>
          <a:prstGeom prst="ellipse">
            <a:avLst/>
          </a:prstGeom>
          <a:solidFill>
            <a:srgbClr val="F4F8FE"/>
          </a:solidFill>
          <a:ln w="28575">
            <a:solidFill>
              <a:srgbClr val="6B94CB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13224873" y="2524349"/>
            <a:ext cx="3141155" cy="308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Место для фото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4259371" y="5867624"/>
            <a:ext cx="1072158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ФИО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16948993" y="9458325"/>
            <a:ext cx="36745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r>
              <a:rPr lang="ru-RU" sz="1650" kern="0" spc="132" dirty="0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50" dirty="0"/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195DC7B5-A02D-C947-EF88-D23BAAA98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1" y="444107"/>
            <a:ext cx="2482850" cy="67984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14E377D1-B610-7258-1CCB-4086A3AFEE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059" y="9262183"/>
            <a:ext cx="690247" cy="687559"/>
          </a:xfrm>
          <a:prstGeom prst="rect">
            <a:avLst/>
          </a:prstGeom>
        </p:spPr>
      </p:pic>
      <p:pic>
        <p:nvPicPr>
          <p:cNvPr id="24" name="Рисунок 23" descr="Изображение выглядит как черный, снимок экрана, темнот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DE62ABE-401D-AB8D-C1DE-6AB84A0B36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0601" y="9385209"/>
            <a:ext cx="1796131" cy="470081"/>
          </a:xfrm>
          <a:prstGeom prst="rect">
            <a:avLst/>
          </a:prstGeom>
        </p:spPr>
      </p:pic>
      <p:sp>
        <p:nvSpPr>
          <p:cNvPr id="4" name="Text 5">
            <a:extLst>
              <a:ext uri="{FF2B5EF4-FFF2-40B4-BE49-F238E27FC236}">
                <a16:creationId xmlns:a16="http://schemas.microsoft.com/office/drawing/2014/main" id="{4F060990-8680-EF31-34E1-E6F55F11578A}"/>
              </a:ext>
            </a:extLst>
          </p:cNvPr>
          <p:cNvSpPr/>
          <p:nvPr/>
        </p:nvSpPr>
        <p:spPr>
          <a:xfrm>
            <a:off x="7641668" y="6624862"/>
            <a:ext cx="3141155" cy="1412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455"/>
              </a:lnSpc>
              <a:buNone/>
            </a:pPr>
            <a:r>
              <a:rPr lang="ru-RU" sz="2025" b="1" dirty="0">
                <a:solidFill>
                  <a:srgbClr val="006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Роль</a:t>
            </a:r>
          </a:p>
          <a:p>
            <a:pPr marL="0" indent="0" algn="ctr">
              <a:lnSpc>
                <a:spcPct val="110455"/>
              </a:lnSpc>
              <a:buNone/>
            </a:pPr>
            <a:r>
              <a:rPr lang="ru-RU" sz="2025" dirty="0">
                <a:solidFill>
                  <a:srgbClr val="006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Краткая информация об участнике (направление, курс, университет</a:t>
            </a:r>
            <a:r>
              <a:rPr lang="en-US" sz="2025" dirty="0">
                <a:solidFill>
                  <a:srgbClr val="006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025" dirty="0">
                <a:solidFill>
                  <a:srgbClr val="006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или иное)</a:t>
            </a: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95FA24A6-221F-5A39-404F-E35D3EBB77EC}"/>
              </a:ext>
            </a:extLst>
          </p:cNvPr>
          <p:cNvSpPr/>
          <p:nvPr/>
        </p:nvSpPr>
        <p:spPr>
          <a:xfrm>
            <a:off x="13326504" y="6596287"/>
            <a:ext cx="3141155" cy="1412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455"/>
              </a:lnSpc>
              <a:buNone/>
            </a:pPr>
            <a:r>
              <a:rPr lang="ru-RU" sz="2025" b="1" dirty="0">
                <a:solidFill>
                  <a:srgbClr val="006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Роль</a:t>
            </a:r>
          </a:p>
          <a:p>
            <a:pPr marL="0" indent="0" algn="ctr">
              <a:lnSpc>
                <a:spcPct val="110455"/>
              </a:lnSpc>
              <a:buNone/>
            </a:pPr>
            <a:r>
              <a:rPr lang="ru-RU" sz="2025" dirty="0">
                <a:solidFill>
                  <a:srgbClr val="006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Краткая информация об участнике (направление, курс, университет</a:t>
            </a:r>
            <a:r>
              <a:rPr lang="en-US" sz="2025" dirty="0">
                <a:solidFill>
                  <a:srgbClr val="006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025" dirty="0">
                <a:solidFill>
                  <a:srgbClr val="006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или иное)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66750"/>
            <a:ext cx="5834494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235"/>
              </a:lnSpc>
              <a:buNone/>
            </a:pPr>
            <a:r>
              <a:rPr lang="en-US" sz="4200" b="1" kern="0" spc="42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Заголовок слайда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047750" y="1473696"/>
            <a:ext cx="762000" cy="28575"/>
          </a:xfrm>
          <a:prstGeom prst="rect">
            <a:avLst/>
          </a:prstGeom>
          <a:solidFill>
            <a:srgbClr val="006DFF"/>
          </a:solidFill>
          <a:ln/>
        </p:spPr>
      </p:sp>
      <p:sp>
        <p:nvSpPr>
          <p:cNvPr id="5" name="Text 2"/>
          <p:cNvSpPr/>
          <p:nvPr/>
        </p:nvSpPr>
        <p:spPr>
          <a:xfrm>
            <a:off x="1047750" y="1997571"/>
            <a:ext cx="157162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699"/>
              </a:lnSpc>
              <a:buNone/>
            </a:pPr>
            <a:r>
              <a:rPr lang="en-US" sz="25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Текст, тезисы, таблица, график или изображение</a:t>
            </a:r>
            <a:endParaRPr lang="en-US" sz="2550" dirty="0"/>
          </a:p>
        </p:txBody>
      </p:sp>
      <p:sp>
        <p:nvSpPr>
          <p:cNvPr id="8" name="Text 4"/>
          <p:cNvSpPr/>
          <p:nvPr/>
        </p:nvSpPr>
        <p:spPr>
          <a:xfrm>
            <a:off x="16926595" y="9458325"/>
            <a:ext cx="38985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r>
              <a:rPr lang="ru-RU" sz="1650" kern="0" spc="132" dirty="0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5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F648B8E1-0E60-068E-CD78-09F1BCFE4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1" y="444107"/>
            <a:ext cx="2482850" cy="67984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72AABBD-D730-5BC5-857F-E2BAE33177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059" y="9262183"/>
            <a:ext cx="690247" cy="687559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черный, снимок экрана, темнот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6D30C9E-B3B3-195E-F2DE-DAAAA4DE42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0601" y="9385209"/>
            <a:ext cx="1796131" cy="4700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047750" y="1562100"/>
            <a:ext cx="16192500" cy="7353300"/>
          </a:xfrm>
          <a:prstGeom prst="rect">
            <a:avLst/>
          </a:prstGeom>
          <a:solidFill>
            <a:srgbClr val="F8FBFF"/>
          </a:solidFill>
          <a:ln w="19050">
            <a:solidFill>
              <a:srgbClr val="6B94CB"/>
            </a:solidFill>
            <a:prstDash val="dash"/>
          </a:ln>
        </p:spPr>
      </p:sp>
      <p:sp>
        <p:nvSpPr>
          <p:cNvPr id="4" name="Text 1"/>
          <p:cNvSpPr/>
          <p:nvPr/>
        </p:nvSpPr>
        <p:spPr>
          <a:xfrm>
            <a:off x="823912" y="1581150"/>
            <a:ext cx="16640175" cy="7353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ru-RU" sz="2250" kern="0" spc="45" dirty="0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Демо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16946538" y="9458325"/>
            <a:ext cx="3699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r>
              <a:rPr lang="ru-RU" sz="1650" kern="0" spc="132" dirty="0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5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CB05A09E-8AAA-1C44-6C6E-833E20ABE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1" y="444107"/>
            <a:ext cx="2482850" cy="67984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0CA5961-20F9-32F6-0A0C-D5FDCB5C4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059" y="9262183"/>
            <a:ext cx="690247" cy="687559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черный, снимок экрана, темнот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A2ED3AC-8DA2-9761-C031-0D08E4034C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0601" y="9385209"/>
            <a:ext cx="1796131" cy="4700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38578" y="446617"/>
            <a:ext cx="2574206" cy="70485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47750" y="3766170"/>
            <a:ext cx="914400" cy="38100"/>
          </a:xfrm>
          <a:prstGeom prst="rect">
            <a:avLst/>
          </a:prstGeom>
          <a:solidFill>
            <a:srgbClr val="006DFF"/>
          </a:solidFill>
          <a:ln/>
          <a:effectLst>
            <a:outerShdw blurRad="228600" dist="50800" dir="16200000" algn="bl" rotWithShape="0">
              <a:srgbClr val="006DFF">
                <a:alpha val="85000"/>
              </a:srgbClr>
            </a:outerShdw>
          </a:effectLst>
        </p:spPr>
      </p:sp>
      <p:sp>
        <p:nvSpPr>
          <p:cNvPr id="5" name="Text 1"/>
          <p:cNvSpPr/>
          <p:nvPr/>
        </p:nvSpPr>
        <p:spPr>
          <a:xfrm>
            <a:off x="1047750" y="4185270"/>
            <a:ext cx="12753975" cy="1683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615"/>
              </a:lnSpc>
              <a:buNone/>
            </a:pPr>
            <a:r>
              <a:rPr lang="en-US" sz="6000" b="1" kern="0" spc="6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СПАСИБО ЗА ВНИМАНИЕ</a:t>
            </a:r>
            <a:r>
              <a:rPr lang="ru-RU" sz="6000" b="1" kern="0" spc="6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!</a:t>
            </a:r>
            <a:endParaRPr lang="en-US" sz="6000" dirty="0"/>
          </a:p>
        </p:txBody>
      </p:sp>
      <p:sp>
        <p:nvSpPr>
          <p:cNvPr id="6" name="Text 2"/>
          <p:cNvSpPr/>
          <p:nvPr/>
        </p:nvSpPr>
        <p:spPr>
          <a:xfrm>
            <a:off x="1047750" y="5316847"/>
            <a:ext cx="13620750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74"/>
              </a:lnSpc>
              <a:buNone/>
            </a:pPr>
            <a:r>
              <a:rPr lang="en-US" sz="2400" b="1" dirty="0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Контакты </a:t>
            </a:r>
            <a:r>
              <a:rPr lang="en-US" sz="2400" b="1" dirty="0" err="1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для</a:t>
            </a:r>
            <a:r>
              <a:rPr lang="en-US" sz="2400" b="1" dirty="0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b="1" dirty="0" err="1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связи</a:t>
            </a:r>
            <a:endParaRPr lang="en-US" sz="2400" b="1" dirty="0"/>
          </a:p>
        </p:txBody>
      </p:sp>
      <p:pic>
        <p:nvPicPr>
          <p:cNvPr id="8" name="Рисунок 7" descr="Изображение выглядит как символ, силуэт, Графика, круг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36F9C4A-0470-B275-8845-4FD47048BE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81308" y="8805272"/>
            <a:ext cx="959717" cy="959717"/>
          </a:xfrm>
          <a:prstGeom prst="rect">
            <a:avLst/>
          </a:prstGeom>
        </p:spPr>
      </p:pic>
      <p:pic>
        <p:nvPicPr>
          <p:cNvPr id="9" name="Рисунок 8" descr="Изображение выглядит как Шрифт, текст, Графика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3772A5D-E51D-CA7C-116D-680E38BEF5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38959" y="8911251"/>
            <a:ext cx="2841967" cy="7437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139</Words>
  <Application>Microsoft Macintosh PowerPoint</Application>
  <PresentationFormat>Произвольный</PresentationFormat>
  <Paragraphs>34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Arial</vt:lpstr>
      <vt:lpstr>Montserrat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Екатерина Рыжиченко</cp:lastModifiedBy>
  <cp:revision>6</cp:revision>
  <dcterms:created xsi:type="dcterms:W3CDTF">2026-08-17T07:39:20Z</dcterms:created>
  <dcterms:modified xsi:type="dcterms:W3CDTF">2026-08-25T15:24:29Z</dcterms:modified>
</cp:coreProperties>
</file>